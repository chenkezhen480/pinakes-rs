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coupons do not roll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Launching the Gold membership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 team,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members 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free shipping coupons a month</a:t>
            </a:r>
          </a:p>
          <a:p>
            <a:pPr lvl="1"/>
            <a:r>
              <a:t>Used on orders over 49 yuan</a:t>
            </a:r>
          </a:p>
          <a:p>
            <a:pPr/>
            <a:r>
              <a:t>Priority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Coupons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 a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