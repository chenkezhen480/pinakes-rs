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重点讲华东的增长原因：会员日活动。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第三季度经营回顾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华东大区 · 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销售亮点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销售额同比增长 18%</a:t>
            </a:r>
          </a:p>
          <a:p>
            <a:pPr lvl="1"/>
            <a:r>
              <a:t>华东贡献过半</a:t>
            </a:r>
          </a:p>
          <a:p>
            <a:pPr lvl="1"/>
            <a:r>
              <a:t>新客占比六成</a:t>
            </a:r>
          </a:p>
          <a:p>
            <a:pPr/>
            <a:r>
              <a:t>退货率降至 2.1%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各区销量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销量（万件）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同比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华东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+21%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华南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